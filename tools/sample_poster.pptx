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everyone. Today I'd like to present our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let me explain the background. Relaxin has been reported to affect RXFP1 expression in SOX9-positive chondrocytes.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ISHA Poster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Relaxin has been reported to affect ligament laxity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